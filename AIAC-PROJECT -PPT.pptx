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2176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9FC3A-DE8E-6DED-5B85-B18D50355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D681C9-8B46-1730-2D2B-E685107E03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47ADBF-F36E-5458-3F2A-E5E73ED32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62DE4-8B5B-CE19-5A62-AC5D6A7D27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991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0" y="457200"/>
            <a:ext cx="1280160" cy="1280160"/>
          </a:xfrm>
          <a:prstGeom prst="ellipse">
            <a:avLst/>
          </a:prstGeom>
          <a:solidFill>
            <a:srgbClr val="0A9396"/>
          </a:solidFill>
          <a:ln w="25400">
            <a:solidFill>
              <a:srgbClr val="94D2B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0" y="502920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👁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Computer Vision System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Automated Student Identification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Behavior Monitoring Using YOLOv8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520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Ravula Vidya Sri — 2303A52014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Nidhi Kathyayini — 2303A52015</a:t>
            </a:r>
            <a:endParaRPr lang="en-US" sz="1300" dirty="0"/>
          </a:p>
          <a:p>
            <a:pPr algn="ctr"/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A.Sri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Chala — 2303A52435</a:t>
            </a:r>
          </a:p>
          <a:p>
            <a:pPr algn="ctr"/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B.TEJASWINI -2303A52001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University, Warangal  |  Subject: AIAC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64008" cy="42062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77240"/>
            <a:ext cx="8686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22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12471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hybrid AI system combining face recognition and pose-based behavior analysis to automate student attendance and classroom monitoring.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783080"/>
            <a:ext cx="8686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828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13055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attendance and behavior tracking are time-consuming and error-prone. This system removes human effort and improves accuracy.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788920"/>
            <a:ext cx="8686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2834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13639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(You Only Look Once v8) is used for ultra-fast object detection, face localization, and human pose estimation in live video feeds.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3794760"/>
            <a:ext cx="8686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840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414223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attendance logs, real-time behavior alerts, and a web/mobile dashboard for faculty to monitor classroom activity.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4D2B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640080" cy="64008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8961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Identification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20700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students in real-time using face recognition with YOLOv8 and deep learning embeddings.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4D2B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914400"/>
            <a:ext cx="640080" cy="64008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914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32120" y="8961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Automation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32120" y="120700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mark attendance by recognizing registered student faces in each class session.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4D2B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86000"/>
            <a:ext cx="640080" cy="64008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22677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Monitoring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257860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classify student behaviors (attentive, distracted, sleeping) using pose estimation.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1945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4D2B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286000"/>
            <a:ext cx="640080" cy="64008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32120" y="22677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32120" y="257860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faculty with a dashboard showing attendance trends and behavior analytics per student.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5661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4D2B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657600"/>
            <a:ext cx="640080" cy="64008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97280" y="36393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Ethics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" y="395020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data is stored securely and used only within permitted institutional boundaries.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5661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4D2B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657600"/>
            <a:ext cx="640080" cy="64008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32120" y="36393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Access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32120" y="395020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system accessible via web and mobile interfaces for faculty and administrators.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from this system?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1554480"/>
          </a:xfrm>
          <a:prstGeom prst="rect">
            <a:avLst/>
          </a:prstGeom>
          <a:solidFill>
            <a:srgbClr val="132338"/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887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automated attendance records. No proxy attendance. Fair and unbiased tracking.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4114800" cy="1554480"/>
          </a:xfrm>
          <a:prstGeom prst="rect">
            <a:avLst/>
          </a:prstGeom>
          <a:solidFill>
            <a:srgbClr val="132338"/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1887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👩‍🏫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892040" y="1783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/ Teachers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208483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 on roll calls. Real-time alerts on disruptive behavior. Easy dashboard access.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4114800" cy="1554480"/>
          </a:xfrm>
          <a:prstGeom prst="rect">
            <a:avLst/>
          </a:prstGeom>
          <a:solidFill>
            <a:srgbClr val="132338"/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30175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🏫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Admin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91363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student data, compliance reporting, and performance insights across departments.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4114800" cy="1554480"/>
          </a:xfrm>
          <a:prstGeom prst="rect">
            <a:avLst/>
          </a:prstGeom>
          <a:solidFill>
            <a:srgbClr val="132338"/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30175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👨‍👩‍👧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892040" y="3611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/ Guardians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91363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beneficiaries — transparent attendance records accessible via the student portal.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Languages, Tools &amp; Software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743200" cy="5029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9611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37160" cy="13716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58568"/>
            <a:ext cx="137160" cy="13716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137160" cy="13716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(SQLite)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86868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868680"/>
            <a:ext cx="27432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89611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Libraries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83280" y="1572768"/>
            <a:ext cx="137160" cy="1371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(Ultralytics)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83280" y="2258568"/>
            <a:ext cx="137160" cy="1371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83280" y="2944368"/>
            <a:ext cx="137160" cy="1371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DeepFace / FaceNet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83280" y="3630168"/>
            <a:ext cx="137160" cy="1371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3566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Pandas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86868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868680"/>
            <a:ext cx="2743200" cy="5029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89611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&amp; Tools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09360" y="1572768"/>
            <a:ext cx="137160" cy="137160"/>
          </a:xfrm>
          <a:prstGeom prst="ellipse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/ FastAPI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2258568"/>
            <a:ext cx="137160" cy="137160"/>
          </a:xfrm>
          <a:prstGeom prst="ellipse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(Frontend)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09360" y="2944368"/>
            <a:ext cx="137160" cy="137160"/>
          </a:xfrm>
          <a:prstGeom prst="ellipse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09360" y="3630168"/>
            <a:ext cx="137160" cy="137160"/>
          </a:xfrm>
          <a:prstGeom prst="ellipse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3566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Colab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Used: ChatGPT (code generation) | Claude (architecture review) | GitHub Copilot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Used to Generate the Code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02920" cy="7132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886968"/>
            <a:ext cx="7863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 Python script using YOLOv8 and OpenCV that detects and recognizes student faces from a webcam feed in real-time."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664208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64208"/>
            <a:ext cx="502920" cy="7132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709928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96112" y="1728216"/>
            <a:ext cx="7863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Flask API endpoint that receives a video frame, runs face recognition, and returns the matched student ID and confidence score."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505456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505456"/>
            <a:ext cx="502920" cy="7132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551176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6112" y="2569464"/>
            <a:ext cx="7863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"Using YOLOv8 pose estimation, classify student behavior as attentive, distracted, or sleeping based on head and body keypoints."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346704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346704"/>
            <a:ext cx="502920" cy="7132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392424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6112" y="3410712"/>
            <a:ext cx="7863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 a React.js dashboard that displays live attendance status, student thumbnails, and behavior alerts from the Flask backend."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187952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4187952"/>
            <a:ext cx="502920" cy="7132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233672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6112" y="4251960"/>
            <a:ext cx="7863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"Generate an SQLite database schema to store student profiles, attendance records, and behavior logs with timestamps."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1508760" cy="1188720"/>
          </a:xfrm>
          <a:prstGeom prst="rect">
            <a:avLst/>
          </a:prstGeom>
          <a:solidFill>
            <a:srgbClr val="0A9396"/>
          </a:solidFill>
          <a:ln w="12700">
            <a:solidFill>
              <a:srgbClr val="94D2B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86968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Camera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83080" y="1435608"/>
            <a:ext cx="411480" cy="0"/>
          </a:xfrm>
          <a:prstGeom prst="line">
            <a:avLst/>
          </a:prstGeom>
          <a:noFill/>
          <a:ln w="25400">
            <a:solidFill>
              <a:srgbClr val="EE9B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841248"/>
            <a:ext cx="1508760" cy="1188720"/>
          </a:xfrm>
          <a:prstGeom prst="rect">
            <a:avLst/>
          </a:prstGeom>
          <a:solidFill>
            <a:srgbClr val="0A9396"/>
          </a:solidFill>
          <a:ln w="12700">
            <a:solidFill>
              <a:srgbClr val="94D2B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20240" y="886968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Frame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435608"/>
            <a:ext cx="411480" cy="0"/>
          </a:xfrm>
          <a:prstGeom prst="line">
            <a:avLst/>
          </a:prstGeom>
          <a:noFill/>
          <a:ln w="25400">
            <a:solidFill>
              <a:srgbClr val="EE9B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841248"/>
            <a:ext cx="1508760" cy="1188720"/>
          </a:xfrm>
          <a:prstGeom prst="rect">
            <a:avLst/>
          </a:prstGeom>
          <a:solidFill>
            <a:srgbClr val="0A9396"/>
          </a:solidFill>
          <a:ln w="12700">
            <a:solidFill>
              <a:srgbClr val="94D2B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66160" y="886968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YOLOv8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74920" y="1435608"/>
            <a:ext cx="411480" cy="0"/>
          </a:xfrm>
          <a:prstGeom prst="line">
            <a:avLst/>
          </a:prstGeom>
          <a:noFill/>
          <a:ln w="25400">
            <a:solidFill>
              <a:srgbClr val="EE9B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0" y="841248"/>
            <a:ext cx="1508760" cy="1188720"/>
          </a:xfrm>
          <a:prstGeom prst="rect">
            <a:avLst/>
          </a:prstGeom>
          <a:solidFill>
            <a:srgbClr val="0A9396"/>
          </a:solidFill>
          <a:ln w="12700">
            <a:solidFill>
              <a:srgbClr val="94D2B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12080" y="886968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Face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20840" y="1435608"/>
            <a:ext cx="411480" cy="0"/>
          </a:xfrm>
          <a:prstGeom prst="line">
            <a:avLst/>
          </a:prstGeom>
          <a:noFill/>
          <a:ln w="25400">
            <a:solidFill>
              <a:srgbClr val="EE9B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841248"/>
            <a:ext cx="1508760" cy="1188720"/>
          </a:xfrm>
          <a:prstGeom prst="rect">
            <a:avLst/>
          </a:prstGeom>
          <a:solidFill>
            <a:srgbClr val="0A9396"/>
          </a:solidFill>
          <a:ln w="12700">
            <a:solidFill>
              <a:srgbClr val="94D2B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886968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Behavior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331720"/>
            <a:ext cx="1508760" cy="1188720"/>
          </a:xfrm>
          <a:prstGeom prst="rect">
            <a:avLst/>
          </a:prstGeom>
          <a:solidFill>
            <a:srgbClr val="0A2942"/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" y="237744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Match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2926080"/>
            <a:ext cx="411480" cy="0"/>
          </a:xfrm>
          <a:prstGeom prst="line">
            <a:avLst/>
          </a:prstGeom>
          <a:noFill/>
          <a:ln w="25400">
            <a:solidFill>
              <a:srgbClr val="EE9B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20240" y="2331720"/>
            <a:ext cx="1508760" cy="1188720"/>
          </a:xfrm>
          <a:prstGeom prst="rect">
            <a:avLst/>
          </a:prstGeom>
          <a:solidFill>
            <a:srgbClr val="0A2942"/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920240" y="237744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Log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29000" y="2926080"/>
            <a:ext cx="411480" cy="0"/>
          </a:xfrm>
          <a:prstGeom prst="line">
            <a:avLst/>
          </a:prstGeom>
          <a:noFill/>
          <a:ln w="25400">
            <a:solidFill>
              <a:srgbClr val="EE9B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66160" y="2331720"/>
            <a:ext cx="1508760" cy="1188720"/>
          </a:xfrm>
          <a:prstGeom prst="rect">
            <a:avLst/>
          </a:prstGeom>
          <a:solidFill>
            <a:srgbClr val="0A2942"/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566160" y="237744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Behavior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74920" y="2926080"/>
            <a:ext cx="411480" cy="0"/>
          </a:xfrm>
          <a:prstGeom prst="line">
            <a:avLst/>
          </a:prstGeom>
          <a:noFill/>
          <a:ln w="25400">
            <a:solidFill>
              <a:srgbClr val="EE9B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12080" y="2331720"/>
            <a:ext cx="1508760" cy="1188720"/>
          </a:xfrm>
          <a:prstGeom prst="rect">
            <a:avLst/>
          </a:prstGeom>
          <a:solidFill>
            <a:srgbClr val="0A2942"/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212080" y="237744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Update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20840" y="2926080"/>
            <a:ext cx="411480" cy="0"/>
          </a:xfrm>
          <a:prstGeom prst="line">
            <a:avLst/>
          </a:prstGeom>
          <a:noFill/>
          <a:ln w="25400">
            <a:solidFill>
              <a:srgbClr val="EE9B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0" y="2331720"/>
            <a:ext cx="1508760" cy="1188720"/>
          </a:xfrm>
          <a:prstGeom prst="rect">
            <a:avLst/>
          </a:prstGeom>
          <a:solidFill>
            <a:srgbClr val="0A2942"/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858000" y="237744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Faculty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366760" y="2029968"/>
            <a:ext cx="0" cy="301752"/>
          </a:xfrm>
          <a:prstGeom prst="line">
            <a:avLst/>
          </a:prstGeom>
          <a:noFill/>
          <a:ln w="25400">
            <a:solidFill>
              <a:srgbClr val="EE9B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19202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E9B00"/>
                </a:solidFill>
              </a:rPr>
              <a:t>↓ connect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65760" y="37490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Camera Feed → AI Processing → Database Matching → Real-time Dashboard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160520"/>
            <a:ext cx="1371600" cy="2743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37360" y="416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Processing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4800" y="4160520"/>
            <a:ext cx="1371600" cy="274320"/>
          </a:xfrm>
          <a:prstGeom prst="rect">
            <a:avLst/>
          </a:prstGeom>
          <a:solidFill>
            <a:srgbClr val="0A2942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416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Action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View — Web Dashboard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4023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68680"/>
            <a:ext cx="137160" cy="13716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868680"/>
            <a:ext cx="137160" cy="13716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3544" y="868680"/>
            <a:ext cx="137160" cy="13716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850392"/>
            <a:ext cx="5029200" cy="182880"/>
          </a:xfrm>
          <a:prstGeom prst="rect">
            <a:avLst/>
          </a:prstGeom>
          <a:solidFill>
            <a:srgbClr val="0A2942"/>
          </a:solidFill>
          <a:ln w="12700">
            <a:solidFill>
              <a:srgbClr val="0A29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1872" y="82296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http://localhost:5000/dashboard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645920" cy="3657600"/>
          </a:xfrm>
          <a:prstGeom prst="rect">
            <a:avLst/>
          </a:prstGeom>
          <a:solidFill>
            <a:srgbClr val="0A2942"/>
          </a:solidFill>
          <a:ln w="12700">
            <a:solidFill>
              <a:srgbClr val="0A29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280160"/>
            <a:ext cx="1554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Dashboard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Attendance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Students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Alerts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Settings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48840" y="1188720"/>
            <a:ext cx="3200400" cy="1463040"/>
          </a:xfrm>
          <a:prstGeom prst="rect">
            <a:avLst/>
          </a:prstGeom>
          <a:solidFill>
            <a:srgbClr val="132338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128016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📹 Live Camera Feed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Student Face Detection Active 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1188720"/>
            <a:ext cx="3108960" cy="1463040"/>
          </a:xfrm>
          <a:prstGeom prst="rect">
            <a:avLst/>
          </a:prstGeom>
          <a:solidFill>
            <a:srgbClr val="132338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128016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Today's Attendance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Present: 42 / 60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Absent: 18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48840" y="2788920"/>
            <a:ext cx="3200400" cy="1417320"/>
          </a:xfrm>
          <a:prstGeom prst="rect">
            <a:avLst/>
          </a:prstGeom>
          <a:solidFill>
            <a:srgbClr val="132338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4560" y="2852928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🧍 Behavior Status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Attentive: 35   Distracted: 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Sleeping: 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0" y="2788920"/>
            <a:ext cx="3108960" cy="1417320"/>
          </a:xfrm>
          <a:prstGeom prst="rect">
            <a:avLst/>
          </a:prstGeom>
          <a:solidFill>
            <a:srgbClr val="132338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2852928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Alerts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Student not recognized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Sleeping detected - Row 3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Prompts Generating Code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demonstrating AI-generated code from prompts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783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09728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" y="109728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0607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— YOLOv8 Face Detection Code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65760" y="1408176"/>
            <a:ext cx="3931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ultralytics import YOLO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YOLO("yolov8n-face.pt")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model(frame, stream=True)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 in results: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boxes = r.boxes  # Face boxes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4114800" cy="1783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05840"/>
            <a:ext cx="41148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09728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65192" y="109728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9784" y="109728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10607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— Flask API Endpoint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800600" y="1408176"/>
            <a:ext cx="3931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@app.route("/identify", methods=["POST"])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identify_student():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frame = request.json["frame"]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student_id = run_recognition(frame)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jsonify({"id": student_id})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4114800" cy="1783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71800"/>
            <a:ext cx="41148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06324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306324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" y="306324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0266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— Behavior Classification Logic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65760" y="3374136"/>
            <a:ext cx="3931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classify_behavior(keypoints):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head_y = keypoints["nose"][1]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shoulder_y = keypoints["shoulder"][1]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head_y &gt; shoulder_y * 1.3: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"sleeping"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"attentive"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09160" y="2971800"/>
            <a:ext cx="4114800" cy="1783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971800"/>
            <a:ext cx="41148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306324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65192" y="306324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29784" y="306324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30266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— SQLite Attendance Schema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00600" y="3374136"/>
            <a:ext cx="3931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attendance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INTEGER PRIMARY KEY,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student_id TEXT,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timestamp DATETIME,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 TEXT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02920" cy="5029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41248"/>
            <a:ext cx="5029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84124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YOLOv8 Documentation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Inc., 2023. YOLOv8: The latest version of YOLO for object detection, segmentation, and pose estimation. https://docs.ultralytics.com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502920" cy="5029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27048"/>
            <a:ext cx="5029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52704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Library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7373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Bradski, G. (2000). The OpenCV Library. Dr. Dobb's Journal of Software Tools. https://opencv.org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502920" cy="5029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212848"/>
            <a:ext cx="5029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221284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DeepFace Framework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4231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Serengil, S. I., &amp; Ozpinar, A. (2020). LightFace: A Hybrid Deep Face Recognition Framework. IEEE ASYU Conference.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502920" cy="5029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898648"/>
            <a:ext cx="5029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289864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with Deep Learning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1089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Schroff, F., Kalenichenko, D., &amp; Philbin, J. (2015). FaceNet: A Unified Embedding for Face Recognition. CVPR 2015.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502920" cy="5029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584448"/>
            <a:ext cx="5029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358444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Framework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7947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Grinberg, M. (2018). Flask Web Development: Developing Web Applications with Python. O'Reilly Media.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4251960"/>
            <a:ext cx="502920" cy="5029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270248"/>
            <a:ext cx="5029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427024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Documentation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44805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Open Source. (2023). React — The library for web and native user interfaces. https://react.dev</a:t>
            </a:r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University, Warangal  |  AIAC  |  2025–26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6F5E1C-D42A-0E18-F83C-657AF5869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91E3742-CC27-F970-29BE-C2CE356958C1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FB934B2-7B16-972F-EC13-F5DD9DF6A819}"/>
              </a:ext>
            </a:extLst>
          </p:cNvPr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5D59D25-DFA8-3473-51B8-616DED0CA36D}"/>
              </a:ext>
            </a:extLst>
          </p:cNvPr>
          <p:cNvSpPr/>
          <p:nvPr/>
        </p:nvSpPr>
        <p:spPr>
          <a:xfrm>
            <a:off x="274320" y="841248"/>
            <a:ext cx="5029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A2D24FB-7F27-FC8F-1F6B-22AF6F552429}"/>
              </a:ext>
            </a:extLst>
          </p:cNvPr>
          <p:cNvSpPr/>
          <p:nvPr/>
        </p:nvSpPr>
        <p:spPr>
          <a:xfrm>
            <a:off x="914400" y="84124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9C88093-29B1-86CE-9C3B-6943F0504EB5}"/>
              </a:ext>
            </a:extLst>
          </p:cNvPr>
          <p:cNvSpPr/>
          <p:nvPr/>
        </p:nvSpPr>
        <p:spPr>
          <a:xfrm>
            <a:off x="914400" y="10515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DD22287-9FD5-E52F-C7B4-65A20AB6D711}"/>
              </a:ext>
            </a:extLst>
          </p:cNvPr>
          <p:cNvSpPr/>
          <p:nvPr/>
        </p:nvSpPr>
        <p:spPr>
          <a:xfrm>
            <a:off x="274320" y="1527048"/>
            <a:ext cx="5029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DFC91A7-A47D-76DD-C5C5-4458A5789A1F}"/>
              </a:ext>
            </a:extLst>
          </p:cNvPr>
          <p:cNvSpPr/>
          <p:nvPr/>
        </p:nvSpPr>
        <p:spPr>
          <a:xfrm>
            <a:off x="914400" y="152704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D1E806E-968B-12A1-123A-C138C71EC2C1}"/>
              </a:ext>
            </a:extLst>
          </p:cNvPr>
          <p:cNvSpPr/>
          <p:nvPr/>
        </p:nvSpPr>
        <p:spPr>
          <a:xfrm>
            <a:off x="914400" y="17373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411AD15-8491-438F-8FF2-84475760974C}"/>
              </a:ext>
            </a:extLst>
          </p:cNvPr>
          <p:cNvSpPr/>
          <p:nvPr/>
        </p:nvSpPr>
        <p:spPr>
          <a:xfrm>
            <a:off x="274320" y="2212848"/>
            <a:ext cx="5029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70413EF-3E1D-7284-AC5F-9888F7FAD3E8}"/>
              </a:ext>
            </a:extLst>
          </p:cNvPr>
          <p:cNvSpPr/>
          <p:nvPr/>
        </p:nvSpPr>
        <p:spPr>
          <a:xfrm>
            <a:off x="914400" y="221284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971D064-5834-73FE-C867-EB4F54D10881}"/>
              </a:ext>
            </a:extLst>
          </p:cNvPr>
          <p:cNvSpPr/>
          <p:nvPr/>
        </p:nvSpPr>
        <p:spPr>
          <a:xfrm>
            <a:off x="914400" y="24231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C68281C-8A1B-F036-F2AF-60A27FDAA81B}"/>
              </a:ext>
            </a:extLst>
          </p:cNvPr>
          <p:cNvSpPr/>
          <p:nvPr/>
        </p:nvSpPr>
        <p:spPr>
          <a:xfrm>
            <a:off x="274320" y="2898648"/>
            <a:ext cx="5029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3C7D28F-83C5-F913-60D4-219CBCE343C6}"/>
              </a:ext>
            </a:extLst>
          </p:cNvPr>
          <p:cNvSpPr/>
          <p:nvPr/>
        </p:nvSpPr>
        <p:spPr>
          <a:xfrm>
            <a:off x="914400" y="289864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1DE1E6A-EE40-289C-5D3D-A9E6EC90E341}"/>
              </a:ext>
            </a:extLst>
          </p:cNvPr>
          <p:cNvSpPr/>
          <p:nvPr/>
        </p:nvSpPr>
        <p:spPr>
          <a:xfrm>
            <a:off x="914400" y="31089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80DAD5A-8DC8-84D4-8A3A-90CFAF8BB097}"/>
              </a:ext>
            </a:extLst>
          </p:cNvPr>
          <p:cNvSpPr/>
          <p:nvPr/>
        </p:nvSpPr>
        <p:spPr>
          <a:xfrm>
            <a:off x="274320" y="3584448"/>
            <a:ext cx="5029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DC9153B-2337-9B2C-6646-3D54F8ED821D}"/>
              </a:ext>
            </a:extLst>
          </p:cNvPr>
          <p:cNvSpPr/>
          <p:nvPr/>
        </p:nvSpPr>
        <p:spPr>
          <a:xfrm>
            <a:off x="914400" y="358444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4F7A31B-613A-1BEF-D2DB-E98A75B5DABF}"/>
              </a:ext>
            </a:extLst>
          </p:cNvPr>
          <p:cNvSpPr/>
          <p:nvPr/>
        </p:nvSpPr>
        <p:spPr>
          <a:xfrm>
            <a:off x="914400" y="37947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4C561864-00FF-1FD5-BF7E-4E60A7DA09FD}"/>
              </a:ext>
            </a:extLst>
          </p:cNvPr>
          <p:cNvSpPr/>
          <p:nvPr/>
        </p:nvSpPr>
        <p:spPr>
          <a:xfrm>
            <a:off x="274320" y="4270248"/>
            <a:ext cx="5029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B117863-BBF2-CBC4-CAF9-ECB21966467A}"/>
              </a:ext>
            </a:extLst>
          </p:cNvPr>
          <p:cNvSpPr/>
          <p:nvPr/>
        </p:nvSpPr>
        <p:spPr>
          <a:xfrm>
            <a:off x="914400" y="427024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7849375-FA48-0D3B-75D5-136F62C94C93}"/>
              </a:ext>
            </a:extLst>
          </p:cNvPr>
          <p:cNvSpPr/>
          <p:nvPr/>
        </p:nvSpPr>
        <p:spPr>
          <a:xfrm>
            <a:off x="914400" y="44805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E317E565-5F61-3B9B-47C7-4EC032FA0773}"/>
              </a:ext>
            </a:extLst>
          </p:cNvPr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E1550C63-C0F1-AAC5-252E-119AE96F02F4}"/>
              </a:ext>
            </a:extLst>
          </p:cNvPr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University, Warangal  |  AIAC  |  2025–26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D1019C0-70E1-647A-ED22-A40A90434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32004"/>
            <a:ext cx="7715250" cy="488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556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1055</Words>
  <Application>Microsoft Office PowerPoint</Application>
  <PresentationFormat>On-screen Show (16:9)</PresentationFormat>
  <Paragraphs>181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Computer Vision System for Automated Student Identification and Behavior Monitoring Using YOLOv8</dc:title>
  <dc:subject>PptxGenJS Presentation</dc:subject>
  <dc:creator>PptxGenJS</dc:creator>
  <cp:lastModifiedBy>Vidhya Patel</cp:lastModifiedBy>
  <cp:revision>2</cp:revision>
  <dcterms:created xsi:type="dcterms:W3CDTF">2026-04-19T17:14:57Z</dcterms:created>
  <dcterms:modified xsi:type="dcterms:W3CDTF">2026-04-19T17:22:08Z</dcterms:modified>
</cp:coreProperties>
</file>